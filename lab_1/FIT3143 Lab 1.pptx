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6eb00e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6eb00e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6eb00e2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76eb00e2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6eb00e2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76eb00e2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76eb00e2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76eb00e2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6eb00e2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6eb00e2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6eb00e2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76eb00e2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6eb00e2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76eb00e2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6eb00e2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6eb00e2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76eb00e2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76eb00e2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6eb00e2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76eb00e2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6eb00e2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6eb00e2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6eb00e2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6eb00e2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6eb00e2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76eb00e2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76eb00e2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76eb00e2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6eb00e2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76eb00e2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6eb00e2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76eb00e2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6eb00e2a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76eb00e2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76eb00e2a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76eb00e2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6eb00e2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76eb00e2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76eb00e2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76eb00e2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 and OpenMP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Prime Numbers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(printPrimes) pt.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051300" y="841375"/>
            <a:ext cx="27810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Print primes to console (standard output) if k is less than or equal to 100.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41375"/>
            <a:ext cx="5547324" cy="334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(printPrimes) pt. 2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5278300" y="862115"/>
            <a:ext cx="31704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Outputs primes to a text file (.txt) if k is more than 100.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50" y="841375"/>
            <a:ext cx="4044274" cy="387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(isPrime)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051300" y="841375"/>
            <a:ext cx="27810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Coded instant return values for 0, 1, 2, and even numbers.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Starts from 3 in the loop equivalently up to the square root of 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Increments by 2 to skip even numbers.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41312"/>
            <a:ext cx="5503201" cy="374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(main) pt. 1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5408350" y="794350"/>
            <a:ext cx="27810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Scans user input, returns early if the input is 2 or less.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Uses calloc to store primes.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Initialises the default value for is_prime array.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94350"/>
            <a:ext cx="4582924" cy="404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Serial Code (main) pt. 2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5812775" y="835875"/>
            <a:ext cx="27810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Gets time before and after the computation to get the most accurate computational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Starts from 3 in the loop up to 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Increments by 2 to skip even numbers.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5281799" cy="34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and 3 Basic info 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835875"/>
            <a:ext cx="79416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Majority of the code is the same as task 1 for both task 2 and task 3.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Additional functions will be mentioned.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Prime storing and printing logic is the same.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Only difference is the computational logic so that measurements and testing will be more consistent (more constant variables as to not affect outcome).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ode is assumed to be the same if not mentioned.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945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(ThreadData struct)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5124600" y="835875"/>
            <a:ext cx="31287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to hold thread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43434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(ThreadFunc)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5474425" y="835875"/>
            <a:ext cx="30705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function to check for prime numbers using the same logic as task 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Calculates a distinct starting point 3 + (2 * thread_id) and stride 2 *NUM_THREADS to implement static partitioning.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4819799" cy="2640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(main)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5474425" y="835875"/>
            <a:ext cx="30705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Basic loops to fork the process into multiple threads and joining back the results.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79101"/>
            <a:ext cx="4717726" cy="25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1)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5599775" y="1182175"/>
            <a:ext cx="33600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was run with 2 threads for this graph comparison.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Task 1 is serial (runs on 1 thread).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90875"/>
            <a:ext cx="5104626" cy="314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2)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5599775" y="1182175"/>
            <a:ext cx="32325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was run with 2 threads for this graph comparison.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speedup was calculated with the formula of base time at 10,000,000 n divided by the time at the current 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(base time / current time)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1475"/>
            <a:ext cx="5146701" cy="316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3)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5599775" y="1182175"/>
            <a:ext cx="33288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Task 1 is serial (runs on 1 thread).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Task 2 was run with increasing threads.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</a:t>
            </a:r>
            <a:r>
              <a:rPr lang="en"/>
              <a:t> was set at 50,000,000 for this graph comparison.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54351"/>
            <a:ext cx="4737775" cy="29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POSIX Threads (graph 4)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5599775" y="1182175"/>
            <a:ext cx="33288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 was set at 50,000,000 for this graph comparison.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8674"/>
            <a:ext cx="5049399" cy="309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(main)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5807175" y="835875"/>
            <a:ext cx="27378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Essentially the same as task 1 apart from the pragma omp parallel call to utilise OpenMP parallelization.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Guided partition scheme is used as prime finding has an uneven workload which guided is best at.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5875"/>
            <a:ext cx="5162725" cy="169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1)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5599775" y="1182175"/>
            <a:ext cx="33600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was run with 2 threads for this graph comparison.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Task 1 is serial (runs on 1 thread).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25925"/>
            <a:ext cx="5082476" cy="311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2)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5599775" y="1182175"/>
            <a:ext cx="32325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was run with 2 threads for this graph comparison.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speedup was calculated with the formula of base time at 10,000,000 n divided by the time at the current 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(base time / current time)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6025"/>
            <a:ext cx="5152152" cy="317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3)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5599775" y="1182175"/>
            <a:ext cx="31035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task 2 and task 3 was run with 2 threads for this graph comparison.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3650"/>
            <a:ext cx="5181174" cy="31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OpenMP (graph 4)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5599775" y="1182175"/>
            <a:ext cx="33288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 was set at 50,000,000 for this graph comparison.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97275"/>
            <a:ext cx="4869449" cy="29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Recommendations</a:t>
            </a:r>
            <a:endParaRPr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835875"/>
            <a:ext cx="82332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Parallelization is extremely useful to fully utilise your machine’s functions to speed up processes.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POSIX threads (pthreads) for parallelization if more control over parallelization is wanted.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OpenMP (omp) for parallelization if convenience is wanted as there are more inbuilt functions that are useful.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not use more threads than the cores available on your machine as the process will </a:t>
            </a:r>
            <a:r>
              <a:rPr lang="en"/>
              <a:t>slow down</a:t>
            </a:r>
            <a:r>
              <a:rPr lang="en"/>
              <a:t> instead (context switching is used in this scenario).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92" name="Google Shape;19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